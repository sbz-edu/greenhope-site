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7CF2A8"/>
                </a:solidFill>
              </a:defRPr>
            </a:pPr>
            <a:r>
              <a:t>GreenHope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Environmental Intelligence for Methane Mitigation</a:t>
            </a:r>
          </a:p>
          <a:p>
            <a:pPr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XPRIZE Mission Methane  •  Partner-Development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GreenHope Initiative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The Problem: Invisible Methane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Methane warms 80x+ more than CO2 in the short term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Landfills, waste systems &amp; wastewater: major diffuse sources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Dilute sources are a climate blind spot - no scalable tech exists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Central Asia lacks ground monitoring + open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GreenHope Initiative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The Solution: GreenHope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Satellite Earth observation (Sentinel-2, NASA FIRMS MODIS/VIIRS)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Thermal-anomaly detection for waste-burning &amp; landfill hotspots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Field methane + air-quality sensors validate from the ground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One intelligence layer: space -&gt; ground -&gt;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GreenHope Initiative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1. Satellites &amp; thermal alerts flag risk hotspots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2. Ground sensors validate methane, PM2.5 &amp; air impacts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3. Baselines + MRV-ready data guide mitigation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4. Public dashboards + media explain it to citizens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GreenHope Initiative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Why XPRIZE Mission Methane?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Targets dilute &amp; diffuse methane - exactly our focus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Builds on our waste-to-durable-carbon-removal concept (Design Studio)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Real-world validation + measurable performance targets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Consortium now forming for the partner-development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GreenHope Initiative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Intl. Clean Air Dialogue, Istanbul (Sept 2026)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Outreach: MoveGreen (Kyrgyzstan), Almaty Air Initiative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Live demo: MHWS research portal + grants module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Hugging Face Space with academic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GreenHope Initiative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Partnership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Civil society: sensor validation, hotspot monitoring, media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Waste / landfill operators: pilot sites &amp; data access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Universities: research + MRV methodology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Sponsors: pilot funding &amp; scale-up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GreenHope Initiative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CF2A8"/>
                </a:solidFill>
              </a:defRPr>
            </a:pPr>
            <a:r>
              <a:t>Join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Soheil Sabzevari - GreenHope Initiative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LinkedIn: linkedin.com/in/soheil-sabzevari-746237173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WhatsApp: +1 208 503 3653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•  "Let's turn methane blind spots into climate action."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FE3CC"/>
                </a:solidFill>
              </a:defRPr>
            </a:pPr>
            <a:r>
              <a:t>GreenHope Initiative   •   Soheil Sabzevari  •  linkedin.com/in/soheil-sabzevari-746237173  •  WhatsApp +1 208 503 3653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