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1">
                <a:solidFill>
                  <a:srgbClr val="7CF2A8"/>
                </a:solidFill>
              </a:defRPr>
            </a:pPr>
            <a:r>
              <a:t>ForestAI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10896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Grants x Patents x AI - for wildfire-tech ventures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Find it. Negotiate it. Win the grant.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FE3CC"/>
                </a:solidFill>
              </a:defRPr>
            </a:pPr>
            <a:r>
              <a:t>ForestAI   •   Soheil Sabzevari  •  linkedin.com/in/soheil-sabzevari-746237173  •  WhatsApp +1 208 503 3653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7CF2A8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Green startups miss grants: discovery is manual &amp; slow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Finding the right co-applicant company takes months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Deal structure (JV / license / SPV) needs expensive lawyers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Deadlines pass before negotiation even starts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FE3CC"/>
                </a:solidFill>
              </a:defRPr>
            </a:pPr>
            <a:r>
              <a:t>ForestAI   •   Soheil Sabzevari  •  linkedin.com/in/soheil-sabzevari-746237173  •  WhatsApp +1 208 503 3653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7CF2A8"/>
                </a:solidFill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One AI workspace: discover grants, match companies, draft deal terms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Live-ranked partner shortlists with scores &amp; rationale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Auto-generated legal memos: IP split, clauses, timelines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Step-by-step strategy from today to Submit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FE3CC"/>
                </a:solidFill>
              </a:defRPr>
            </a:pPr>
            <a:r>
              <a:t>ForestAI   •   Soheil Sabzevari  •  linkedin.com/in/soheil-sabzevari-746237173  •  WhatsApp +1 208 503 3653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7CF2A8"/>
                </a:solidFill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1. Pick a grant (NSF, UKRI, USDA, ...)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2. AI ranks best-fit companies: score + role + next step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3. Advisor drafts partnership structure &amp; contract points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4. Timeline drives you to the negotiation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FE3CC"/>
                </a:solidFill>
              </a:defRPr>
            </a:pPr>
            <a:r>
              <a:t>ForestAI   •   Soheil Sabzevari  •  linkedin.com/in/soheil-sabzevari-746237173  •  WhatsApp +1 208 503 3653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7CF2A8"/>
                </a:solidFill>
              </a:defRPr>
            </a:pPr>
            <a:r>
              <a:t>AI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Claude Haiku 4.5 for live matching (SSE streaming)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Claude Sonnet 4.6 for deep analysis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FastAPI backend + React frontend, JSON-structured outputs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Full source + prompts available for partners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FE3CC"/>
                </a:solidFill>
              </a:defRPr>
            </a:pPr>
            <a:r>
              <a:t>ForestAI   •   Soheil Sabzevari  •  linkedin.com/in/soheil-sabzevari-746237173  •  WhatsApp +1 208 503 3653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7CF2A8"/>
                </a:solidFill>
              </a:defRPr>
            </a:pPr>
            <a:r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Live demos: Match + Legal Advisor modules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Real samples: NSF / UKRI / USDA grant-company memos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6+ sample companies, 4 active grants built in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Bilingual (FA/EN) UI, beta-tested with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FE3CC"/>
                </a:solidFill>
              </a:defRPr>
            </a:pPr>
            <a:r>
              <a:t>ForestAI   •   Soheil Sabzevari  •  linkedin.com/in/soheil-sabzevari-746237173  •  WhatsApp +1 208 503 3653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7CF2A8"/>
                </a:solidFill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Sponsors: fund pilot deployments &amp; API scale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Commercial partners: co-develop &amp; license modules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Universities: research collabs + validation studies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Legal network: template review &amp; counsel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FE3CC"/>
                </a:solidFill>
              </a:defRPr>
            </a:pPr>
            <a:r>
              <a:t>ForestAI   •   Soheil Sabzevari  •  linkedin.com/in/soheil-sabzevari-746237173  •  WhatsApp +1 208 503 3653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7CF2A8"/>
                </a:solidFill>
              </a:defRPr>
            </a:pPr>
            <a: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Soheil Sabzevari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LinkedIn: linkedin.com/in/soheil-sabzevari-746237173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WhatsApp: +1 208 503 3653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"Find it. Negotiate it. Win the grant."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FE3CC"/>
                </a:solidFill>
              </a:defRPr>
            </a:pPr>
            <a:r>
              <a:t>ForestAI   •   Soheil Sabzevari  •  linkedin.com/in/soheil-sabzevari-746237173  •  WhatsApp +1 208 503 3653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